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&amp; Profit Analysis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provided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Sales: 508,357.00</a:t>
            </a:r>
          </a:p>
          <a:p>
            <a:r>
              <a:t>• Total Profit: 97,274.00</a:t>
            </a:r>
          </a:p>
          <a:p>
            <a:r>
              <a:t>• Total Orders: 500</a:t>
            </a:r>
          </a:p>
          <a:p>
            <a:r>
              <a:t>• Year-over-Year Sales Growth: -60.85%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Includes KPI cards for sales, profit, growth.</a:t>
            </a:r>
          </a:p>
          <a:p>
            <a:r>
              <a:t>• Time-series charts for trend analysis.</a:t>
            </a:r>
          </a:p>
          <a:p>
            <a:r>
              <a:t>• Sales breakdown by category and region.</a:t>
            </a:r>
          </a:p>
          <a:p>
            <a:r>
              <a:t>• Interactive slicers for filtering.</a:t>
            </a:r>
          </a:p>
          <a:p>
            <a:r>
              <a:t>• Consistent blue-purple theme.</a:t>
            </a:r>
          </a:p>
          <a:p>
            <a:r>
              <a:t>• Optional page navigation menu.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Slicers: Date, Region, Category, Sub-category.</a:t>
            </a:r>
          </a:p>
          <a:p>
            <a:r>
              <a:t>• Helps stakeholders drill down into data.</a:t>
            </a:r>
          </a:p>
          <a:p>
            <a:r>
              <a:t>• Identifies profitable and loss-making categories.</a:t>
            </a:r>
          </a:p>
          <a:p>
            <a:r>
              <a:t>• Shows regional performance differences.</a:t>
            </a:r>
          </a:p>
          <a:p>
            <a:r>
              <a:t>• Time trends indicate seasonal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